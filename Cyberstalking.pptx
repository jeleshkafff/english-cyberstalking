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5" r:id="rId5"/>
    <p:sldId id="263" r:id="rId6"/>
    <p:sldId id="264" r:id="rId7"/>
    <p:sldId id="260" r:id="rId8"/>
    <p:sldId id="266" r:id="rId9"/>
    <p:sldId id="25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93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6488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66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5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72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098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56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13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168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076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600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C483A-6B43-46A3-BA10-7BBA9E250331}" type="datetimeFigureOut">
              <a:rPr lang="ru-RU" smtClean="0"/>
              <a:t>09.05.2022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40966-A016-4FA0-9BAD-EE09681DC5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25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86840" y="2173923"/>
            <a:ext cx="9144000" cy="2387600"/>
          </a:xfrm>
        </p:spPr>
        <p:txBody>
          <a:bodyPr>
            <a:normAutofit/>
          </a:bodyPr>
          <a:lstStyle/>
          <a:p>
            <a:r>
              <a:rPr lang="en-US" sz="8000" b="1" dirty="0" smtClean="0"/>
              <a:t>Cyberstalking</a:t>
            </a:r>
            <a:endParaRPr lang="ru-RU" sz="80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823960" y="1356360"/>
            <a:ext cx="1127760" cy="259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30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5360" y="2099945"/>
            <a:ext cx="7818120" cy="4351338"/>
          </a:xfrm>
        </p:spPr>
        <p:txBody>
          <a:bodyPr/>
          <a:lstStyle/>
          <a:p>
            <a:r>
              <a:rPr lang="en-US" dirty="0"/>
              <a:t>Being a victim of stalking in the outside world is frightening, but we often feel a sense of safety once we get home and are able to lock the door behind us. Cyberstalking allows an abuser to circumvent physical barriers and invade a victim’s life from a distance. </a:t>
            </a:r>
            <a:r>
              <a:rPr lang="en-US" dirty="0" err="1"/>
              <a:t>Cyberstalkers</a:t>
            </a:r>
            <a:r>
              <a:rPr lang="en-US" dirty="0"/>
              <a:t> are well versed in hiding on the internet as well as covering their tracks, making reporting and prosecuting </a:t>
            </a:r>
            <a:r>
              <a:rPr lang="en-US" dirty="0" err="1"/>
              <a:t>cyberharassment</a:t>
            </a:r>
            <a:r>
              <a:rPr lang="en-US" dirty="0"/>
              <a:t> challenging. 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098280" y="1066800"/>
            <a:ext cx="124968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098280" y="4039394"/>
            <a:ext cx="216408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9265920" y="5257800"/>
            <a:ext cx="176784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5943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99296" y="1149020"/>
            <a:ext cx="1800664" cy="1325563"/>
          </a:xfrm>
        </p:spPr>
        <p:txBody>
          <a:bodyPr>
            <a:noAutofit/>
          </a:bodyPr>
          <a:lstStyle/>
          <a:p>
            <a:r>
              <a:rPr lang="en-US" sz="4800" b="1" dirty="0" smtClean="0"/>
              <a:t>Types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67601" y="4036368"/>
            <a:ext cx="1965960" cy="2246460"/>
          </a:xfrm>
        </p:spPr>
        <p:txBody>
          <a:bodyPr>
            <a:normAutofit/>
          </a:bodyPr>
          <a:lstStyle/>
          <a:p>
            <a:pPr marL="0"/>
            <a:r>
              <a:rPr lang="en-US" sz="2400" b="1" dirty="0"/>
              <a:t>Of celebrities and public persons</a:t>
            </a:r>
          </a:p>
        </p:txBody>
      </p:sp>
      <p:sp>
        <p:nvSpPr>
          <p:cNvPr id="4" name="AutoShape 2" descr="Forms response chart. Question title: О каком типе киберсталкинга вы знали?. Number of responses: 20 responses."/>
          <p:cNvSpPr>
            <a:spLocks noChangeAspect="1" noChangeArrowheads="1"/>
          </p:cNvSpPr>
          <p:nvPr/>
        </p:nvSpPr>
        <p:spPr bwMode="auto">
          <a:xfrm>
            <a:off x="155575" y="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899161" y="4267200"/>
            <a:ext cx="16611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Stalking by strangers</a:t>
            </a:r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230881" y="4128700"/>
            <a:ext cx="1783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Gender-based stalking</a:t>
            </a:r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285937" y="4267200"/>
            <a:ext cx="16916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Of intimate partners</a:t>
            </a:r>
          </a:p>
          <a:p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9525000" y="4036368"/>
            <a:ext cx="1920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sz="2400" dirty="0"/>
              <a:t>By anonymous online mobs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036327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90600" y="545782"/>
            <a:ext cx="10515600" cy="1325563"/>
          </a:xfrm>
        </p:spPr>
        <p:txBody>
          <a:bodyPr/>
          <a:lstStyle/>
          <a:p>
            <a:r>
              <a:rPr lang="en-US" b="1" dirty="0" smtClean="0"/>
              <a:t>Signs you have a </a:t>
            </a:r>
            <a:r>
              <a:rPr lang="en-US" b="1" dirty="0" err="1" smtClean="0"/>
              <a:t>cyberstalker</a:t>
            </a:r>
            <a:r>
              <a:rPr lang="en-US" b="1" dirty="0" smtClean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90600" y="2026919"/>
            <a:ext cx="7635240" cy="4043363"/>
          </a:xfrm>
        </p:spPr>
        <p:txBody>
          <a:bodyPr>
            <a:normAutofit fontScale="85000" lnSpcReduction="10000"/>
          </a:bodyPr>
          <a:lstStyle/>
          <a:p>
            <a:pPr fontAlgn="base"/>
            <a:r>
              <a:rPr lang="en-US" dirty="0" smtClean="0"/>
              <a:t>Receiving </a:t>
            </a:r>
            <a:r>
              <a:rPr lang="en-US" dirty="0"/>
              <a:t>a lot of unwanted messages from the same person online.</a:t>
            </a:r>
          </a:p>
          <a:p>
            <a:pPr fontAlgn="base"/>
            <a:r>
              <a:rPr lang="en-US" dirty="0"/>
              <a:t>You get inappropriate messages you didn’t ask for.</a:t>
            </a:r>
          </a:p>
          <a:p>
            <a:pPr fontAlgn="base"/>
            <a:r>
              <a:rPr lang="en-US" dirty="0"/>
              <a:t>They try to disconnect you from family and friends.</a:t>
            </a:r>
          </a:p>
          <a:p>
            <a:pPr fontAlgn="base"/>
            <a:r>
              <a:rPr lang="en-US" dirty="0"/>
              <a:t>You notice someone is posting rumors about you online.</a:t>
            </a:r>
          </a:p>
          <a:p>
            <a:pPr fontAlgn="base"/>
            <a:r>
              <a:rPr lang="en-US" dirty="0"/>
              <a:t>Personal bank or social media accounts are hacked.</a:t>
            </a:r>
          </a:p>
          <a:p>
            <a:pPr fontAlgn="base"/>
            <a:r>
              <a:rPr lang="en-US" dirty="0"/>
              <a:t>Pay attention to your account activity online and note when something or someone is acting odd. It might be a </a:t>
            </a:r>
            <a:r>
              <a:rPr lang="en-US" dirty="0" err="1"/>
              <a:t>cyberstalker</a:t>
            </a:r>
            <a:r>
              <a:rPr lang="en-US" dirty="0"/>
              <a:t>. If you receive repeated, unwanted communications, threats, or fear for yourself in any way, it’s time to take action.</a:t>
            </a:r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098280" y="1066800"/>
            <a:ext cx="124968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098280" y="4160520"/>
            <a:ext cx="210312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9098280" y="5273040"/>
            <a:ext cx="198120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820178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0" y="850097"/>
            <a:ext cx="5931783" cy="494929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021" y="1567316"/>
            <a:ext cx="5953979" cy="327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42352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Инфографика частоты киберпреследований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78" y="560967"/>
            <a:ext cx="9670576" cy="556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2619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50000"/>
            </a:schemeClr>
          </a:solidFill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The Intent of </a:t>
            </a:r>
            <a:r>
              <a:rPr lang="en-US" b="1" dirty="0" err="1" smtClean="0">
                <a:solidFill>
                  <a:schemeClr val="bg1"/>
                </a:solidFill>
              </a:rPr>
              <a:t>Cyberstalkers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 smtClean="0">
                <a:solidFill>
                  <a:schemeClr val="bg1"/>
                </a:solidFill>
              </a:rPr>
              <a:t>Those </a:t>
            </a:r>
            <a:r>
              <a:rPr lang="en-US" dirty="0">
                <a:solidFill>
                  <a:schemeClr val="bg1"/>
                </a:solidFill>
              </a:rPr>
              <a:t>who choose to stalk or harass a victim online may be doing so for one or more of the following reasons: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To demean, embarrass or scare someone.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To track someone’s whereabouts without them knowing. 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To try and “win back” an ex-partner through coercive efforts or threats. This is often seen with abusive ex-partners after a survivor has separated from them.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To damage a person’s reputation.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To get someone fired from a job or kicked out of school, sometimes as a form of </a:t>
            </a:r>
            <a:r>
              <a:rPr lang="en-US" dirty="0">
                <a:solidFill>
                  <a:schemeClr val="bg1"/>
                </a:solidFill>
              </a:rPr>
              <a:t>financial control.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To make unwanted sexual advances.</a:t>
            </a:r>
          </a:p>
          <a:p>
            <a:pPr fontAlgn="base"/>
            <a:r>
              <a:rPr lang="en-US" dirty="0">
                <a:solidFill>
                  <a:schemeClr val="bg1"/>
                </a:solidFill>
              </a:rPr>
              <a:t>To steal someone’s identity or impersonate them online.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101566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Инфографика о том, как защитить себя от активного киберпреследовател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075" y="175708"/>
            <a:ext cx="7110483" cy="649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4306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8680" y="1993265"/>
            <a:ext cx="7665720" cy="4351338"/>
          </a:xfrm>
        </p:spPr>
        <p:txBody>
          <a:bodyPr/>
          <a:lstStyle/>
          <a:p>
            <a:r>
              <a:rPr lang="en-US" dirty="0" smtClean="0"/>
              <a:t>As a teenager, I often liked boys, with whom I could never have anything. That's why I very often arranged for myself a "detective game" About their lives, learning everything about them (like Marinette their Ladybug and super cat)</a:t>
            </a:r>
          </a:p>
          <a:p>
            <a:r>
              <a:rPr lang="en-US" dirty="0" smtClean="0"/>
              <a:t>Fortunately, now my life is quite interesting and I understand that it’s not good to do this, but I don’t think that my “victims” actually suspected something. Back then there were no such terms.</a:t>
            </a: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057400" y="892769"/>
            <a:ext cx="5611367" cy="79574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5400" b="0" i="0" u="none" strike="noStrike" cap="none" normalizeH="0" baseline="0" dirty="0" err="1" smtClean="0">
                <a:ln>
                  <a:noFill/>
                </a:ln>
                <a:solidFill>
                  <a:srgbClr val="202124"/>
                </a:solidFill>
                <a:effectLst/>
                <a:latin typeface="Arial Unicode MS" panose="020B0604020202020204" pitchFamily="34" charset="-128"/>
                <a:ea typeface="inherit"/>
              </a:rPr>
              <a:t>my</a:t>
            </a:r>
            <a:r>
              <a:rPr kumimoji="0" lang="ru-RU" altLang="ru-RU" sz="5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Arial Unicode MS" panose="020B0604020202020204" pitchFamily="34" charset="-128"/>
                <a:ea typeface="inherit"/>
              </a:rPr>
              <a:t> </a:t>
            </a:r>
            <a:r>
              <a:rPr kumimoji="0" lang="ru-RU" altLang="ru-RU" sz="5400" b="0" i="0" u="none" strike="noStrike" cap="none" normalizeH="0" baseline="0" dirty="0" err="1" smtClean="0">
                <a:ln>
                  <a:noFill/>
                </a:ln>
                <a:solidFill>
                  <a:srgbClr val="202124"/>
                </a:solidFill>
                <a:effectLst/>
                <a:latin typeface="Arial Unicode MS" panose="020B0604020202020204" pitchFamily="34" charset="-128"/>
                <a:ea typeface="inherit"/>
              </a:rPr>
              <a:t>friend's</a:t>
            </a:r>
            <a:r>
              <a:rPr kumimoji="0" lang="ru-RU" altLang="ru-RU" sz="5400" b="0" i="0" u="none" strike="noStrike" cap="none" normalizeH="0" baseline="0" dirty="0" smtClean="0">
                <a:ln>
                  <a:noFill/>
                </a:ln>
                <a:solidFill>
                  <a:srgbClr val="202124"/>
                </a:solidFill>
                <a:effectLst/>
                <a:latin typeface="Arial Unicode MS" panose="020B0604020202020204" pitchFamily="34" charset="-128"/>
                <a:ea typeface="inherit"/>
              </a:rPr>
              <a:t> </a:t>
            </a:r>
            <a:r>
              <a:rPr kumimoji="0" lang="ru-RU" altLang="ru-RU" sz="5400" b="0" i="0" u="none" strike="noStrike" cap="none" normalizeH="0" baseline="0" dirty="0" err="1" smtClean="0">
                <a:ln>
                  <a:noFill/>
                </a:ln>
                <a:solidFill>
                  <a:srgbClr val="202124"/>
                </a:solidFill>
                <a:effectLst/>
                <a:latin typeface="Arial Unicode MS" panose="020B0604020202020204" pitchFamily="34" charset="-128"/>
                <a:ea typeface="inherit"/>
              </a:rPr>
              <a:t>story</a:t>
            </a:r>
            <a:r>
              <a:rPr kumimoji="0" lang="ru-RU" altLang="ru-RU" sz="5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098280" y="1066800"/>
            <a:ext cx="124968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9098280" y="4168934"/>
            <a:ext cx="208788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9098280" y="5257800"/>
            <a:ext cx="2087880" cy="472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42708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329</Words>
  <Application>Microsoft Office PowerPoint</Application>
  <PresentationFormat>Широкоэкранный</PresentationFormat>
  <Paragraphs>27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 Unicode MS</vt:lpstr>
      <vt:lpstr>inherit</vt:lpstr>
      <vt:lpstr>Arial</vt:lpstr>
      <vt:lpstr>Calibri</vt:lpstr>
      <vt:lpstr>Calibri Light</vt:lpstr>
      <vt:lpstr>Тема Office</vt:lpstr>
      <vt:lpstr>Cyberstalking</vt:lpstr>
      <vt:lpstr>Презентация PowerPoint</vt:lpstr>
      <vt:lpstr>Types</vt:lpstr>
      <vt:lpstr>Signs you have a cyberstalker:</vt:lpstr>
      <vt:lpstr>Презентация PowerPoint</vt:lpstr>
      <vt:lpstr>Презентация PowerPoint</vt:lpstr>
      <vt:lpstr>The Intent of Cyberstalkers</vt:lpstr>
      <vt:lpstr>Презентация PowerPoint</vt:lpstr>
      <vt:lpstr>my friend's story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Поля</dc:creator>
  <cp:lastModifiedBy>Поля</cp:lastModifiedBy>
  <cp:revision>8</cp:revision>
  <dcterms:created xsi:type="dcterms:W3CDTF">2022-05-09T18:04:58Z</dcterms:created>
  <dcterms:modified xsi:type="dcterms:W3CDTF">2022-05-10T19:39:48Z</dcterms:modified>
</cp:coreProperties>
</file>